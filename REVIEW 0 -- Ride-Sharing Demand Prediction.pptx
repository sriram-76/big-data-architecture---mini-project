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59D92-C879-3B48-9AD6-54F21EDC7F0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40F12-B07D-3C4D-AAAD-34064B0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96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23444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Shape 1"/>
          <p:cNvSpPr/>
          <p:nvPr/>
        </p:nvSpPr>
        <p:spPr>
          <a:xfrm>
            <a:off x="10104120" y="16002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23317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921240" y="26974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11018520" y="21488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0" y="352044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0" y="39776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052560" y="45262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9840" y="50749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0" y="44348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46920" y="56235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9217152" y="1307592"/>
            <a:ext cx="886968" cy="338328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94392" y="1645920"/>
            <a:ext cx="109728" cy="1051560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05672" y="2377440"/>
            <a:ext cx="1188720" cy="320040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00032" y="2770632"/>
            <a:ext cx="594360" cy="749808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25712" y="3630168"/>
            <a:ext cx="274320" cy="896112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4599432"/>
            <a:ext cx="987552" cy="475488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0072" y="5157216"/>
            <a:ext cx="466344" cy="466344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94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ARCHITECTURE  •  MINI PROJECT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286000"/>
            <a:ext cx="8138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Ride-Sharing Demand Prediction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GPS and Trip Data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1605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Big Data architecture for zone-level ride-demand forecasting, from streaming ingestion to a predictive heatmap.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5029200"/>
            <a:ext cx="146304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1937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 ·  Spark Structured Streaming  ·  H3 / Geohash  ·  Cassandra / Redis  ·  XGBoost / LSTM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669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92531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Monisha Dhar (241801172)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Muthu Sriram R (241801174)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Shikha Ajith (241801263)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Ride-sharing platforms continuously generate GPS pings, trip requests, cancellations, and driver-availability updates. Traditional, batch-oriented data systems cannot process this volume and velocity fast enough to reflect real, location-specific demand — causing drivers to miss emerging demand and riders to face longer wait times.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9AA9B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32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1089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&amp; Velocity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118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GPS pings and trip events arrive every second from a live, city-wide fleet.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28416" y="23317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9AA9B2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9584" y="2532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9584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31089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Complexity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36118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differs street-by-street and zone-by-zone — not just city-wide averages.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08192" y="23317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9AA9B2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532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1089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Requirement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6118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analytics runs too late to capture fast-shifting, minute-to-minute demand.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87968" y="23317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9AA9B2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89136" y="2532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89136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89136" y="31089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Supply–Demand Mismatch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089136" y="36118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rarely learn about emerging high-demand zones in time to reposition.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8006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scalable Big Data architecture that ingests, processes, and predicts ride demand at the zone level in near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GPS / trip events → streaming pipeline → zone-level demand prediction → heatmap dashboard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55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21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pings &amp; trip events streamed continuously via Kafka topics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48456" y="2253996"/>
            <a:ext cx="310896" cy="292608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10" name="Shape 8"/>
          <p:cNvSpPr/>
          <p:nvPr/>
        </p:nvSpPr>
        <p:spPr>
          <a:xfrm>
            <a:off x="3995928" y="1508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6733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6052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1655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97096" y="2221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+ H3 / Geohash zone binning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95744" y="2253996"/>
            <a:ext cx="310896" cy="292608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16" name="Shape 14"/>
          <p:cNvSpPr/>
          <p:nvPr/>
        </p:nvSpPr>
        <p:spPr>
          <a:xfrm>
            <a:off x="7443216" y="1508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07808" y="1673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07808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83296" y="1655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44384" y="2221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counts, driver availability, time &amp; trend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9593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941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507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LSTM forecast short-term demand per zone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48456" y="4539996"/>
            <a:ext cx="310896" cy="292608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27" name="Shape 25"/>
          <p:cNvSpPr/>
          <p:nvPr/>
        </p:nvSpPr>
        <p:spPr>
          <a:xfrm>
            <a:off x="3995928" y="3794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3959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16052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636008" y="3941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Serving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197096" y="4507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/ Redis for fast access; HDFS/cloud for history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95744" y="4539996"/>
            <a:ext cx="310896" cy="292608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33" name="Shape 31"/>
          <p:cNvSpPr/>
          <p:nvPr/>
        </p:nvSpPr>
        <p:spPr>
          <a:xfrm>
            <a:off x="7443216" y="3794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7808" y="39593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07808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083296" y="3941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644384" y="4507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demand rendered on a live heatmap dashboard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rot="5400000">
            <a:off x="10232136" y="3364992"/>
            <a:ext cx="502920" cy="219456"/>
          </a:xfrm>
          <a:prstGeom prst="chevron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historical trip data can be replayed through Kafka at accelerated speed to simulate a live GPS feed for demonstration.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Existing, proven technologies — the novelty is in how they're integrated into one real-time architecture.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9AA9B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37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2140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3347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 of GPS &amp; trip events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6824" y="155448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9AA9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737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1737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12140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63347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streaming computation &amp; aggregation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155448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9AA9B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737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1737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INDEXING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12140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/ Geohash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263347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the city into uniform geographic zones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9AA9B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8679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8679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STORAGE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2519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/ Cloud Storage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7640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raw &amp; processed data at scale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06824" y="3685032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9AA9B2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38679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38679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42519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/ Redis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7640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access to processed predictions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5008" y="3685032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9AA9B2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38679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66176" y="38679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66176" y="42519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LSTM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47640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demand forecasting per zone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 </a:t>
            </a:r>
            <a:r>
              <a:rPr lang="en-US" sz="115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demand is rendered on a geographic heatmap dashboard (e.g., Plotly, Kepler.gl, or Streamlit).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005840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4630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5394960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0" y="58521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149840" y="60350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30545" y="4251960"/>
            <a:ext cx="731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Ride-Sharing Demand Prediction Using GPS and Trip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Shikha Ajith</cp:lastModifiedBy>
  <cp:revision>2</cp:revision>
  <dcterms:created xsi:type="dcterms:W3CDTF">2026-09-12T05:40:16Z</dcterms:created>
  <dcterms:modified xsi:type="dcterms:W3CDTF">2026-09-12T05:43:21Z</dcterms:modified>
</cp:coreProperties>
</file>